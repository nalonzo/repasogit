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53" d="100"/>
          <a:sy n="53" d="100"/>
        </p:scale>
        <p:origin x="78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7FEEE-BD04-4658-983A-22C3589AB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082996-5245-4A1C-A97F-DC960D3A41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18683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2626E-B6B1-452A-A929-DECAA1E8E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pruebas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373101-739C-4225-8AB0-4CD8D1BC22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3407887-9EAF-4FD7-A652-93F78CFEB6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8180133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{28911FA4-0F23-49BF-9591-DCDF914939B1}TFc986dd65-aaf0-4d5c-bef9-9c391ee05f7b7b2477dc-1f601050f80f</Template>
  <TotalTime>1</TotalTime>
  <Words>1</Words>
  <Application>Microsoft Office PowerPoint</Application>
  <PresentationFormat>Panorámica</PresentationFormat>
  <Paragraphs>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Gill Sans MT</vt:lpstr>
      <vt:lpstr>Galería</vt:lpstr>
      <vt:lpstr>Presentación de PowerPoint</vt:lpstr>
      <vt:lpstr>pruebas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Lucía Muñoz Dávila</dc:creator>
  <cp:lastModifiedBy>Lucía Muñoz Dávila</cp:lastModifiedBy>
  <cp:revision>1</cp:revision>
  <dcterms:created xsi:type="dcterms:W3CDTF">2026-08-13T18:56:13Z</dcterms:created>
  <dcterms:modified xsi:type="dcterms:W3CDTF">2026-08-13T18:57:16Z</dcterms:modified>
</cp:coreProperties>
</file>